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3" r:id="rId5"/>
    <p:sldId id="262" r:id="rId6"/>
    <p:sldId id="264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731"/>
    <a:srgbClr val="4C4731"/>
    <a:srgbClr val="BD414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178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366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481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21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42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460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31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55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434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44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542DA-AB18-4CEE-B0DB-D35505BB5ACA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A5286-761D-4921-8CAB-708EE94D6B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rachaelkemi01-dataanalyst.github.io/Nigeria-States-Air-Quality-Risk-Scores-Portfolio-Environmental-Risk-Index-/qgis2web_2026_08_10-14_51_24_885805/#6/9.525/4.790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71537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1662" y="703385"/>
            <a:ext cx="10999177" cy="62478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NIGERIA STATES AIR QUALITY RISK SCORES</a:t>
            </a:r>
          </a:p>
          <a:p>
            <a:pPr algn="ctr"/>
            <a:endParaRPr lang="en-GB" sz="3200" b="1" dirty="0" smtClean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GB" sz="3200" b="1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INTERACTIVE MAP CREATED BY RACHAEL OLUWAKEMI AGUNLOKO</a:t>
            </a:r>
          </a:p>
          <a:p>
            <a:pPr algn="ctr"/>
            <a:endParaRPr lang="en-GB" sz="3200" b="1" dirty="0" smtClean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GB" sz="3600" b="1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USING QGIS, GOOGLE EARTH ENGINE, SENTINEL SATELLITE AND PYTHON</a:t>
            </a:r>
          </a:p>
          <a:p>
            <a:pPr algn="ctr"/>
            <a:endParaRPr lang="en-GB" sz="3600" b="1" dirty="0" smtClean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GB" sz="2800" b="1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LIVE INTERACTIVE MAP</a:t>
            </a:r>
            <a:r>
              <a:rPr lang="en-GB" sz="3200" b="1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400" b="1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https://rachaelkemi01-dataanalyst.github.io/Nigeria-States-Air-Quality-Risk-Scores-Portfolio-Environmental-Risk-Index-/qgis2web_2026_08_10-14_51_24_885805/#6/9.525/4.790</a:t>
            </a:r>
            <a:endParaRPr lang="en-GB" sz="2400" b="1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GB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469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5143"/>
          </a:xfrm>
          <a:prstGeom prst="rect">
            <a:avLst/>
          </a:prstGeom>
          <a:solidFill>
            <a:srgbClr val="1A47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PRESENTATION OUTLINE</a:t>
            </a:r>
            <a:endParaRPr lang="en-GB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9085" y="1380392"/>
            <a:ext cx="1059473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Overview</a:t>
            </a:r>
          </a:p>
          <a:p>
            <a:endParaRPr lang="en-GB" sz="3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Methodology and Tools</a:t>
            </a:r>
          </a:p>
          <a:p>
            <a:endParaRPr lang="en-GB" sz="3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Map Usage Guide</a:t>
            </a:r>
          </a:p>
          <a:p>
            <a:endParaRPr lang="en-GB" sz="3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Summary of Analysis</a:t>
            </a:r>
          </a:p>
          <a:p>
            <a:endParaRPr lang="en-GB" sz="3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Recommendation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37531" y="6066692"/>
            <a:ext cx="82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2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9551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5143"/>
          </a:xfrm>
          <a:prstGeom prst="rect">
            <a:avLst/>
          </a:prstGeom>
          <a:solidFill>
            <a:srgbClr val="1A47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553915" y="147223"/>
            <a:ext cx="6049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34808" y="1195754"/>
            <a:ext cx="6137031" cy="53105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737837" y="1118086"/>
            <a:ext cx="5430716" cy="517064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b="1" dirty="0">
                <a:latin typeface="Cambria" panose="02040503050406030204" pitchFamily="18" charset="0"/>
                <a:ea typeface="Cambria" panose="02040503050406030204" pitchFamily="18" charset="0"/>
              </a:rPr>
              <a:t>Human activities are major factors influencing climate change and disrupts the Ecosystem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GB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b="1" dirty="0">
                <a:latin typeface="Cambria" panose="02040503050406030204" pitchFamily="18" charset="0"/>
                <a:ea typeface="Cambria" panose="02040503050406030204" pitchFamily="18" charset="0"/>
              </a:rPr>
              <a:t>The living environment is surrounded by air and  most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living </a:t>
            </a:r>
            <a:r>
              <a:rPr lang="en-GB" sz="2200" b="1" dirty="0">
                <a:latin typeface="Cambria" panose="02040503050406030204" pitchFamily="18" charset="0"/>
                <a:ea typeface="Cambria" panose="02040503050406030204" pitchFamily="18" charset="0"/>
              </a:rPr>
              <a:t>things depend on air for  survival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GB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b="1" dirty="0">
                <a:latin typeface="Cambria" panose="02040503050406030204" pitchFamily="18" charset="0"/>
                <a:ea typeface="Cambria" panose="02040503050406030204" pitchFamily="18" charset="0"/>
              </a:rPr>
              <a:t>This project aims to utilize remote sensing, Geographic Information system and data analytical tools  to evaluate air quality risk score of different states in Nigeria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GB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70" y="1123170"/>
            <a:ext cx="6491653" cy="48526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469" y="6183865"/>
            <a:ext cx="6233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Figure 1: Farmers on a field (</a:t>
            </a:r>
            <a:r>
              <a:rPr lang="en-GB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Setengah</a:t>
            </a: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, 2024)</a:t>
            </a: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45362" y="6488668"/>
            <a:ext cx="82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06583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6138" y="1472396"/>
            <a:ext cx="10181492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32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Data source: </a:t>
            </a: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Google Earth Engine and Sentinel Satellite.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Data Processing and Analysis </a:t>
            </a: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: Python, QGIS and </a:t>
            </a:r>
            <a:r>
              <a:rPr lang="en-GB" sz="3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PyQGIS</a:t>
            </a: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Output: </a:t>
            </a: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A labelled choropleth map of air quality risk scores across the study area, published as an interactive web map (via qgis2web) and GitHub :</a:t>
            </a:r>
            <a:r>
              <a:rPr lang="en-GB" sz="3200" b="1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1600" dirty="0" smtClean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https://rachaelkemi01-dataanalyst.github.io/Nigeria-States-Air-Quality-Risk-Scores-Portfolio-Environmental-Risk-Index-/qgis2web_2026_08_10-14_51_24_885805/#6/9.525/4.790</a:t>
            </a:r>
            <a:endParaRPr lang="en-GB" sz="16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16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-17585"/>
            <a:ext cx="12192000" cy="826477"/>
          </a:xfrm>
          <a:prstGeom prst="rect">
            <a:avLst/>
          </a:prstGeom>
          <a:solidFill>
            <a:srgbClr val="1A47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	Methodology</a:t>
            </a:r>
            <a:endParaRPr lang="en-GB" sz="32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7531" y="6066692"/>
            <a:ext cx="82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4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3279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826477"/>
          </a:xfrm>
          <a:prstGeom prst="rect">
            <a:avLst/>
          </a:prstGeom>
          <a:solidFill>
            <a:srgbClr val="1A47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	Map Usage Guide</a:t>
            </a:r>
            <a:endParaRPr lang="en-GB" sz="32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95754" y="1608992"/>
            <a:ext cx="9900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 smtClean="0">
                <a:latin typeface="Cambria" panose="02040503050406030204" pitchFamily="18" charset="0"/>
                <a:ea typeface="Cambria" panose="02040503050406030204" pitchFamily="18" charset="0"/>
              </a:rPr>
              <a:t>Zoom the map to explore the risk scores of the states in Nigeria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 smtClean="0">
                <a:latin typeface="Cambria" panose="02040503050406030204" pitchFamily="18" charset="0"/>
                <a:ea typeface="Cambria" panose="02040503050406030204" pitchFamily="18" charset="0"/>
              </a:rPr>
              <a:t>Explore the map by choosing either state or risk category level</a:t>
            </a:r>
            <a:endParaRPr lang="en-GB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37531" y="6066692"/>
            <a:ext cx="82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5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653214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6477"/>
          </a:xfrm>
          <a:prstGeom prst="rect">
            <a:avLst/>
          </a:prstGeom>
          <a:solidFill>
            <a:srgbClr val="1A47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	Summary of the Analysis</a:t>
            </a:r>
            <a:endParaRPr lang="en-GB" sz="32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1" y="1395044"/>
            <a:ext cx="2901461" cy="303334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4774223" y="1745836"/>
            <a:ext cx="22156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 out of 36 states has moderate risk score</a:t>
            </a:r>
          </a:p>
          <a:p>
            <a:r>
              <a:rPr lang="en-GB" sz="28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(Lagos)</a:t>
            </a:r>
            <a:endParaRPr lang="en-GB" sz="2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72209" y="1507810"/>
            <a:ext cx="2901461" cy="2835589"/>
          </a:xfrm>
          <a:prstGeom prst="roundRect">
            <a:avLst/>
          </a:prstGeom>
          <a:solidFill>
            <a:srgbClr val="BD414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33 states have low air quality risk score</a:t>
            </a:r>
            <a:endParaRPr lang="en-GB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14593" y="1395044"/>
            <a:ext cx="3203330" cy="2948355"/>
          </a:xfrm>
          <a:prstGeom prst="roundRect">
            <a:avLst/>
          </a:prstGeom>
          <a:solidFill>
            <a:srgbClr val="1A473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554914" y="1890346"/>
            <a:ext cx="27695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is unavailable for Abuja and </a:t>
            </a:r>
            <a:r>
              <a:rPr lang="en-GB" sz="2800" b="1" dirty="0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Nassarawa</a:t>
            </a:r>
            <a:r>
              <a:rPr lang="en-GB" sz="28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states</a:t>
            </a:r>
            <a:endParaRPr lang="en-GB" sz="2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37531" y="6066692"/>
            <a:ext cx="82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6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91054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6477"/>
          </a:xfrm>
          <a:prstGeom prst="rect">
            <a:avLst/>
          </a:prstGeom>
          <a:solidFill>
            <a:srgbClr val="1A47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	Recommendation </a:t>
            </a:r>
            <a:endParaRPr lang="en-GB" sz="32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3431" y="1301262"/>
            <a:ext cx="1171135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There is need to place stricter preventive and regulatory measures on air pollution on Lagos state to reduce the level of air pollution and to prevent escalation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Adequate monitoring of the environment should be conducted in Lagos state especially at Local Government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Prevention and regulatory practices should also be implemented in low risk states to conserve the environment</a:t>
            </a:r>
            <a:endParaRPr lang="en-GB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37531" y="6066692"/>
            <a:ext cx="82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8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830216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184" y="1"/>
            <a:ext cx="12112487" cy="65730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3880" y="5998381"/>
            <a:ext cx="696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23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65503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293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BMT NETWORKS</dc:creator>
  <cp:lastModifiedBy>BMT NETWORKS</cp:lastModifiedBy>
  <cp:revision>33</cp:revision>
  <dcterms:created xsi:type="dcterms:W3CDTF">2026-08-10T18:59:26Z</dcterms:created>
  <dcterms:modified xsi:type="dcterms:W3CDTF">2026-08-10T22:12:45Z</dcterms:modified>
</cp:coreProperties>
</file>